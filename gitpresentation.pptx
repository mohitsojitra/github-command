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-183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interSettings" Target="printerSettings/printerSettings1.bin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99" y="1295400"/>
            <a:ext cx="8228013" cy="1927225"/>
          </a:xfrm>
        </p:spPr>
        <p:txBody>
          <a:bodyPr tIns="0" bIns="0" anchor="b" anchorCtr="0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x-none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3307976"/>
            <a:ext cx="8228013" cy="1066800"/>
          </a:xfrm>
        </p:spPr>
        <p:txBody>
          <a:bodyPr tIns="0" bIns="0"/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28/02/19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292818" y="5804647"/>
            <a:ext cx="367088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sz="4400">
                <a:solidFill>
                  <a:schemeClr val="accent1"/>
                </a:solidFill>
                <a:latin typeface="Wingdings" pitchFamily="2" charset="2"/>
              </a:rPr>
              <a:t>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28/02/19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36694"/>
            <a:ext cx="6400800" cy="1362075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x-none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399" y="3609695"/>
            <a:ext cx="5181601" cy="1500187"/>
          </a:xfrm>
        </p:spPr>
        <p:txBody>
          <a:bodyPr anchor="t" anchorCtr="0"/>
          <a:lstStyle>
            <a:lvl1pPr marL="0" indent="0" algn="r">
              <a:spcBef>
                <a:spcPts val="30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9BC7E7-EA8E-4DA7-915E-CC098D9BADCB}" type="datetimeFigureOut">
              <a:rPr lang="en-US" smtClean="0"/>
              <a:t>28/02/19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38999" y="6356350"/>
            <a:ext cx="14462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292818" y="5804647"/>
            <a:ext cx="367088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sz="4400">
                <a:solidFill>
                  <a:schemeClr val="accent1"/>
                </a:solidFill>
                <a:latin typeface="Wingdings" pitchFamily="2" charset="2"/>
              </a:rPr>
              <a:t>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0664" y="2784475"/>
            <a:ext cx="3767328" cy="325278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27013">
              <a:defRPr sz="1600"/>
            </a:lvl6pPr>
            <a:lvl7pPr marL="2173288" indent="-227013">
              <a:defRPr sz="1600"/>
            </a:lvl7pPr>
            <a:lvl8pPr marL="2398713" indent="-227013">
              <a:defRPr sz="1600"/>
            </a:lvl8pPr>
            <a:lvl9pPr marL="2625725" indent="-227013"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4753" y="2784475"/>
            <a:ext cx="3767328" cy="325278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27013">
              <a:tabLst/>
              <a:defRPr sz="1600"/>
            </a:lvl6pPr>
            <a:lvl7pPr marL="2173288" indent="-227013">
              <a:tabLst/>
              <a:defRPr sz="1600"/>
            </a:lvl7pPr>
            <a:lvl8pPr marL="2398713" indent="-227013">
              <a:tabLst/>
              <a:defRPr sz="1600"/>
            </a:lvl8pPr>
            <a:lvl9pPr marL="2625725" indent="-227013">
              <a:tabLst/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28/02/19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2232211"/>
            <a:ext cx="3767328" cy="762000"/>
          </a:xfrm>
        </p:spPr>
        <p:txBody>
          <a:bodyPr anchor="b">
            <a:noAutofit/>
          </a:bodyPr>
          <a:lstStyle>
            <a:lvl1pPr marL="0" indent="0" algn="ctr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" y="3160059"/>
            <a:ext cx="3767328" cy="289149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34950">
              <a:defRPr sz="1600"/>
            </a:lvl6pPr>
            <a:lvl7pPr marL="2173288" indent="-234950">
              <a:defRPr sz="1600"/>
            </a:lvl7pPr>
            <a:lvl8pPr marL="2398713" indent="-234950">
              <a:defRPr sz="1600"/>
            </a:lvl8pPr>
            <a:lvl9pPr marL="2625725" indent="-234950"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1578" y="2232211"/>
            <a:ext cx="3767328" cy="762000"/>
          </a:xfrm>
        </p:spPr>
        <p:txBody>
          <a:bodyPr anchor="b">
            <a:noAutofit/>
          </a:bodyPr>
          <a:lstStyle>
            <a:lvl1pPr marL="0" indent="0" algn="ctr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1578" y="3160059"/>
            <a:ext cx="3767328" cy="289149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34950">
              <a:defRPr sz="1600"/>
            </a:lvl6pPr>
            <a:lvl7pPr marL="2173288" indent="-234950">
              <a:defRPr sz="1600"/>
            </a:lvl7pPr>
            <a:lvl8pPr marL="2398713" indent="-234950">
              <a:defRPr sz="1600"/>
            </a:lvl8pPr>
            <a:lvl9pPr marL="2625725" indent="-234950"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28/02/19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2784475"/>
            <a:ext cx="7656512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28/02/19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762000" y="4497070"/>
            <a:ext cx="7656512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6008" y="2784475"/>
            <a:ext cx="3767328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27013">
              <a:defRPr sz="1600"/>
            </a:lvl6pPr>
            <a:lvl7pPr marL="2173288" indent="-227013">
              <a:defRPr sz="1600"/>
            </a:lvl7pPr>
            <a:lvl8pPr marL="2398713" indent="-227013">
              <a:defRPr sz="1600"/>
            </a:lvl8pPr>
            <a:lvl9pPr marL="2625725" indent="-227013"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28/02/19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4636008" y="4497070"/>
            <a:ext cx="3767328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34950">
              <a:defRPr sz="1600"/>
            </a:lvl6pPr>
            <a:lvl7pPr marL="2173288" indent="-234950">
              <a:defRPr sz="1600"/>
            </a:lvl7pPr>
            <a:lvl8pPr marL="2398713" indent="-234950">
              <a:defRPr sz="1600"/>
            </a:lvl8pPr>
            <a:lvl9pPr marL="2625725" indent="-234950"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4"/>
          </p:nvPr>
        </p:nvSpPr>
        <p:spPr>
          <a:xfrm>
            <a:off x="740664" y="2784475"/>
            <a:ext cx="3767328" cy="325278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34950">
              <a:defRPr sz="1600"/>
            </a:lvl6pPr>
            <a:lvl7pPr marL="2173288" indent="-234950">
              <a:defRPr sz="1600"/>
            </a:lvl7pPr>
            <a:lvl8pPr marL="2398713" indent="-234950">
              <a:defRPr sz="1600"/>
            </a:lvl8pPr>
            <a:lvl9pPr marL="2625725" indent="-234950"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6008" y="2784475"/>
            <a:ext cx="3767328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27013">
              <a:defRPr sz="1600"/>
            </a:lvl6pPr>
            <a:lvl7pPr marL="2173288" indent="-227013">
              <a:defRPr sz="1600"/>
            </a:lvl7pPr>
            <a:lvl8pPr marL="2398713" indent="-227013">
              <a:defRPr sz="1600"/>
            </a:lvl8pPr>
            <a:lvl9pPr marL="2625725" indent="-227013"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28/02/19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4636008" y="4497070"/>
            <a:ext cx="3767328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73288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398713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25725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739775" y="2784475"/>
            <a:ext cx="3767328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27013">
              <a:defRPr sz="1600"/>
            </a:lvl6pPr>
            <a:lvl7pPr marL="2173288" indent="-227013">
              <a:defRPr sz="1600"/>
            </a:lvl7pPr>
            <a:lvl8pPr marL="2398713" indent="-227013">
              <a:defRPr sz="1600"/>
            </a:lvl8pPr>
            <a:lvl9pPr marL="2625725" indent="-227013"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739775" y="4497070"/>
            <a:ext cx="3767328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73288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398713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25725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28/02/19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28/02/19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81001"/>
            <a:ext cx="3509683" cy="2209800"/>
          </a:xfrm>
        </p:spPr>
        <p:txBody>
          <a:bodyPr anchor="b"/>
          <a:lstStyle>
            <a:lvl1pPr algn="l">
              <a:defRPr sz="4400" b="0"/>
            </a:lvl1pPr>
          </a:lstStyle>
          <a:p>
            <a:r>
              <a:rPr lang="x-none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0" y="273050"/>
            <a:ext cx="3657600" cy="585311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27013">
              <a:defRPr sz="1600"/>
            </a:lvl6pPr>
            <a:lvl7pPr marL="2173288" indent="-227013">
              <a:defRPr sz="1600"/>
            </a:lvl7pPr>
            <a:lvl8pPr marL="2398713" indent="-227013">
              <a:defRPr sz="1600"/>
            </a:lvl8pPr>
            <a:lvl9pPr marL="2625725" indent="-227013"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649071"/>
            <a:ext cx="3509683" cy="3388192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9BC7E7-EA8E-4DA7-915E-CC098D9BADCB}" type="datetimeFigureOut">
              <a:rPr lang="en-US" smtClean="0"/>
              <a:t>28/02/19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1425" y="381001"/>
            <a:ext cx="3635375" cy="2209800"/>
          </a:xfrm>
        </p:spPr>
        <p:txBody>
          <a:bodyPr anchor="b"/>
          <a:lstStyle>
            <a:lvl1pPr algn="l">
              <a:defRPr sz="4400" b="0">
                <a:solidFill>
                  <a:schemeClr val="tx1"/>
                </a:solidFill>
              </a:defRPr>
            </a:lvl1pPr>
          </a:lstStyle>
          <a:p>
            <a:r>
              <a:rPr lang="x-none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1425" y="2649070"/>
            <a:ext cx="3635375" cy="3505667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9BC7E7-EA8E-4DA7-915E-CC098D9BADCB}" type="datetimeFigureOut">
              <a:rPr lang="en-US" smtClean="0"/>
              <a:t>28/02/19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28600" y="1143000"/>
            <a:ext cx="4267200" cy="4267200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x-none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1425" y="381001"/>
            <a:ext cx="3635375" cy="2209800"/>
          </a:xfrm>
        </p:spPr>
        <p:txBody>
          <a:bodyPr anchor="b"/>
          <a:lstStyle>
            <a:lvl1pPr algn="l">
              <a:defRPr sz="4400" b="0">
                <a:solidFill>
                  <a:schemeClr val="tx1"/>
                </a:solidFill>
              </a:defRPr>
            </a:lvl1pPr>
          </a:lstStyle>
          <a:p>
            <a:r>
              <a:rPr lang="x-none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1425" y="2649070"/>
            <a:ext cx="3635375" cy="3505667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9BC7E7-EA8E-4DA7-915E-CC098D9BADCB}" type="datetimeFigureOut">
              <a:rPr lang="en-US" smtClean="0"/>
              <a:t>28/02/19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90600" y="2590800"/>
            <a:ext cx="3505200" cy="3505200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x-none" smtClean="0"/>
              <a:t>Drag picture to placeholder or click icon to add</a:t>
            </a:r>
            <a:endParaRPr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2479675" y="1260475"/>
            <a:ext cx="1254125" cy="1254125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x-none" smtClean="0"/>
              <a:t>Drag picture to placeholder or click icon to add</a:t>
            </a:r>
            <a:endParaRPr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269875" y="762000"/>
            <a:ext cx="2092325" cy="2092325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x-none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568388"/>
            <a:ext cx="8228013" cy="3468875"/>
          </a:xfrm>
        </p:spPr>
        <p:txBody>
          <a:bodyPr vert="eaVert"/>
          <a:lstStyle>
            <a:lvl5pPr>
              <a:defRPr/>
            </a:lvl5pPr>
            <a:lvl6pPr marL="1719072">
              <a:defRPr/>
            </a:lvl6pPr>
            <a:lvl7pPr marL="1719072">
              <a:defRPr/>
            </a:lvl7pPr>
            <a:lvl8pPr marL="1719072">
              <a:defRPr/>
            </a:lvl8pPr>
            <a:lvl9pPr marL="1719072">
              <a:defRPr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28/02/19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274638"/>
            <a:ext cx="1524000" cy="5851525"/>
          </a:xfrm>
        </p:spPr>
        <p:txBody>
          <a:bodyPr vert="eaVert" anchor="t" anchorCtr="0"/>
          <a:lstStyle/>
          <a:p>
            <a:r>
              <a:rPr lang="x-none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16859"/>
            <a:ext cx="6019800" cy="5615642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28/02/19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28/02/19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4514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x-none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775" y="2770094"/>
            <a:ext cx="7662864" cy="3267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79BC7E7-EA8E-4DA7-915E-CC098D9BADCB}" type="datetimeFigureOut">
              <a:rPr lang="en-US" smtClean="0"/>
              <a:t>28/02/19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89613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05300" y="6356350"/>
            <a:ext cx="533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F2F5E10-5301-4EE6-90D2-A6C4A3F62BE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2000"/>
        </a:spcBef>
        <a:buClr>
          <a:schemeClr val="accent1"/>
        </a:buClr>
        <a:buSzPct val="90000"/>
        <a:buFont typeface="Wingdings" pitchFamily="2" charset="2"/>
        <a:buChar char="S"/>
        <a:defRPr sz="2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90000"/>
        <a:buFont typeface="Wingdings" pitchFamily="2" charset="2"/>
        <a:buChar char="S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035050" indent="-349250" algn="l" defTabSz="914400" rtl="0" eaLnBrk="1" latinLnBrk="0" hangingPunct="1">
        <a:spcBef>
          <a:spcPts val="600"/>
        </a:spcBef>
        <a:buClr>
          <a:schemeClr val="accent1"/>
        </a:buClr>
        <a:buSzPct val="90000"/>
        <a:buFont typeface="Wingdings" pitchFamily="2" charset="2"/>
        <a:buChar char="S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371600" indent="-33655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90000"/>
        <a:buFont typeface="Wingdings" pitchFamily="2" charset="2"/>
        <a:buChar char="S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720850" indent="-349250" algn="l" defTabSz="914400" rtl="0" eaLnBrk="1" latinLnBrk="0" hangingPunct="1">
        <a:spcBef>
          <a:spcPts val="600"/>
        </a:spcBef>
        <a:buClr>
          <a:schemeClr val="accent1"/>
        </a:buClr>
        <a:buSzPct val="90000"/>
        <a:buFont typeface="Wingdings" pitchFamily="2" charset="2"/>
        <a:buChar char="S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055813" indent="-344488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90000"/>
        <a:buFont typeface="Wingdings" pitchFamily="2" charset="2"/>
        <a:buChar char="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398713" indent="-344488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Wingdings" pitchFamily="2" charset="2"/>
        <a:buChar char="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743200" indent="-344488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90000"/>
        <a:buFont typeface="Wingdings" pitchFamily="2" charset="2"/>
        <a:buChar char="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087688" indent="-344488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Wingdings" pitchFamily="2" charset="2"/>
        <a:buChar char="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11500" b="1" dirty="0" smtClean="0"/>
              <a:t>GitHub</a:t>
            </a:r>
            <a:endParaRPr lang="en-US" sz="11500" b="1" dirty="0"/>
          </a:p>
        </p:txBody>
      </p:sp>
    </p:spTree>
    <p:extLst>
      <p:ext uri="{BB962C8B-B14F-4D97-AF65-F5344CB8AC3E}">
        <p14:creationId xmlns:p14="http://schemas.microsoft.com/office/powerpoint/2010/main" val="30843221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we use </a:t>
            </a:r>
            <a:r>
              <a:rPr lang="en-US" dirty="0" err="1" smtClean="0"/>
              <a:t>github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9775" y="2232018"/>
            <a:ext cx="7662864" cy="3805246"/>
          </a:xfrm>
        </p:spPr>
        <p:txBody>
          <a:bodyPr/>
          <a:lstStyle/>
          <a:p>
            <a:r>
              <a:rPr lang="en-US" dirty="0" smtClean="0"/>
              <a:t>Example :-- create a full websites,  work is divide , in night merge all the things .       </a:t>
            </a:r>
          </a:p>
          <a:p>
            <a:r>
              <a:rPr lang="en-US" dirty="0" smtClean="0"/>
              <a:t>It happen with </a:t>
            </a:r>
            <a:r>
              <a:rPr lang="en-US" dirty="0" err="1" smtClean="0"/>
              <a:t>varius</a:t>
            </a:r>
            <a:r>
              <a:rPr lang="en-US" dirty="0" smtClean="0"/>
              <a:t> path :-- 1. </a:t>
            </a:r>
            <a:r>
              <a:rPr lang="en-US" dirty="0" err="1" smtClean="0"/>
              <a:t>pandrive</a:t>
            </a:r>
            <a:r>
              <a:rPr lang="en-US" dirty="0" smtClean="0"/>
              <a:t>					                             2. Mail			</a:t>
            </a:r>
            <a:r>
              <a:rPr lang="en-US" dirty="0"/>
              <a:t>	</a:t>
            </a:r>
            <a:r>
              <a:rPr lang="en-US" dirty="0" smtClean="0"/>
              <a:t>	                            3. </a:t>
            </a:r>
            <a:r>
              <a:rPr lang="en-US" dirty="0" err="1" smtClean="0"/>
              <a:t>github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this example why </a:t>
            </a:r>
            <a:r>
              <a:rPr lang="en-US" dirty="0" err="1" smtClean="0"/>
              <a:t>github</a:t>
            </a:r>
            <a:r>
              <a:rPr lang="en-US" dirty="0" smtClean="0"/>
              <a:t> is best.</a:t>
            </a:r>
          </a:p>
          <a:p>
            <a:r>
              <a:rPr lang="en-US" dirty="0" smtClean="0"/>
              <a:t>Example :-- work in office. In the hose work.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1754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github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 smtClean="0"/>
              <a:t>First:-- what is </a:t>
            </a:r>
            <a:r>
              <a:rPr lang="en-US" sz="4000" dirty="0" err="1" smtClean="0"/>
              <a:t>git</a:t>
            </a:r>
            <a:r>
              <a:rPr lang="en-US" sz="4000" dirty="0" smtClean="0"/>
              <a:t>?</a:t>
            </a:r>
          </a:p>
          <a:p>
            <a:r>
              <a:rPr lang="en-US" sz="4000" dirty="0" smtClean="0"/>
              <a:t>Second:-- what is </a:t>
            </a:r>
            <a:r>
              <a:rPr lang="en-US" sz="4000" dirty="0" err="1" smtClean="0"/>
              <a:t>verseion</a:t>
            </a:r>
            <a:r>
              <a:rPr lang="en-US" sz="4000" dirty="0" smtClean="0"/>
              <a:t> 			             </a:t>
            </a:r>
            <a:r>
              <a:rPr lang="en-US" sz="4000" dirty="0" err="1" smtClean="0"/>
              <a:t>controll</a:t>
            </a:r>
            <a:r>
              <a:rPr lang="en-US" sz="4000" dirty="0" smtClean="0"/>
              <a:t> system?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6573928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834" y="306788"/>
            <a:ext cx="8229600" cy="1143000"/>
          </a:xfrm>
        </p:spPr>
        <p:txBody>
          <a:bodyPr/>
          <a:lstStyle/>
          <a:p>
            <a:r>
              <a:rPr lang="en-US" dirty="0" smtClean="0"/>
              <a:t>What is version </a:t>
            </a:r>
            <a:r>
              <a:rPr lang="en-US" dirty="0" err="1" smtClean="0"/>
              <a:t>controll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9775" y="2411604"/>
            <a:ext cx="7662864" cy="3625659"/>
          </a:xfrm>
        </p:spPr>
        <p:txBody>
          <a:bodyPr/>
          <a:lstStyle/>
          <a:p>
            <a:r>
              <a:rPr lang="en-US" dirty="0" smtClean="0"/>
              <a:t>Example :--   In any application has a version.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v1. one to one chatting	v2.images	v3. </a:t>
            </a:r>
            <a:r>
              <a:rPr lang="en-US" dirty="0" err="1" smtClean="0"/>
              <a:t>emogis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v4. one to many chatting. </a:t>
            </a:r>
            <a:r>
              <a:rPr lang="en-US" dirty="0" err="1" smtClean="0"/>
              <a:t>Mearge</a:t>
            </a:r>
            <a:r>
              <a:rPr lang="en-US" dirty="0" smtClean="0"/>
              <a:t> all 	Now new </a:t>
            </a:r>
            <a:r>
              <a:rPr lang="en-US" dirty="0" err="1" smtClean="0"/>
              <a:t>feaatures</a:t>
            </a:r>
            <a:r>
              <a:rPr lang="en-US" dirty="0" smtClean="0"/>
              <a:t> add video calling.	And error  we want to </a:t>
            </a:r>
            <a:r>
              <a:rPr lang="en-US" dirty="0" err="1" smtClean="0"/>
              <a:t>chagies</a:t>
            </a:r>
            <a:r>
              <a:rPr lang="en-US" dirty="0" smtClean="0"/>
              <a:t> in v1 what we do face problem. All </a:t>
            </a:r>
            <a:r>
              <a:rPr lang="en-US" dirty="0" err="1" smtClean="0"/>
              <a:t>codd</a:t>
            </a:r>
            <a:r>
              <a:rPr lang="en-US" dirty="0" smtClean="0"/>
              <a:t> checking.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/>
              <a:t>Soliution</a:t>
            </a:r>
            <a:r>
              <a:rPr lang="en-US" dirty="0" smtClean="0"/>
              <a:t>:-- </a:t>
            </a:r>
            <a:r>
              <a:rPr lang="en-US" dirty="0" err="1" smtClean="0"/>
              <a:t>github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957462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9775" y="2770094"/>
            <a:ext cx="7662864" cy="3733541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Example:--	if you have maintain </a:t>
            </a:r>
            <a:r>
              <a:rPr lang="en-US" dirty="0" err="1" smtClean="0"/>
              <a:t>verson</a:t>
            </a:r>
            <a:r>
              <a:rPr lang="en-US" dirty="0" smtClean="0"/>
              <a:t> </a:t>
            </a:r>
            <a:r>
              <a:rPr lang="en-US" dirty="0" err="1" smtClean="0"/>
              <a:t>controll</a:t>
            </a:r>
            <a:r>
              <a:rPr lang="en-US" dirty="0" smtClean="0"/>
              <a:t> in own pc threw the folder.</a:t>
            </a:r>
          </a:p>
          <a:p>
            <a:r>
              <a:rPr lang="en-US" dirty="0" smtClean="0"/>
              <a:t>And </a:t>
            </a:r>
            <a:r>
              <a:rPr lang="en-US" dirty="0" err="1" smtClean="0"/>
              <a:t>finaly</a:t>
            </a:r>
            <a:r>
              <a:rPr lang="en-US" dirty="0" smtClean="0"/>
              <a:t> done project </a:t>
            </a:r>
            <a:r>
              <a:rPr lang="en-US" dirty="0" err="1" smtClean="0"/>
              <a:t>mearge</a:t>
            </a:r>
            <a:r>
              <a:rPr lang="en-US" dirty="0" smtClean="0"/>
              <a:t> all the things.</a:t>
            </a:r>
          </a:p>
          <a:p>
            <a:r>
              <a:rPr lang="en-US" dirty="0" smtClean="0"/>
              <a:t>Upload in cloud. And all the version upload in cloud also.</a:t>
            </a:r>
          </a:p>
          <a:p>
            <a:r>
              <a:rPr lang="en-US" dirty="0" smtClean="0"/>
              <a:t>Now suppose you have not internet connection. Or you have in plane then what you do if you need version 1.</a:t>
            </a:r>
          </a:p>
          <a:p>
            <a:r>
              <a:rPr lang="en-US" dirty="0" smtClean="0"/>
              <a:t>Solution :-- </a:t>
            </a:r>
            <a:r>
              <a:rPr lang="en-US" dirty="0" err="1" smtClean="0"/>
              <a:t>git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Information about </a:t>
            </a:r>
            <a:r>
              <a:rPr lang="en-US" dirty="0" err="1" smtClean="0"/>
              <a:t>git</a:t>
            </a:r>
            <a:r>
              <a:rPr lang="en-US" dirty="0" smtClean="0"/>
              <a:t> and history.</a:t>
            </a:r>
          </a:p>
        </p:txBody>
      </p:sp>
    </p:spTree>
    <p:extLst>
      <p:ext uri="{BB962C8B-B14F-4D97-AF65-F5344CB8AC3E}">
        <p14:creationId xmlns:p14="http://schemas.microsoft.com/office/powerpoint/2010/main" val="16821879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dirty="0" smtClean="0"/>
              <a:t>ractical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 signup/</a:t>
            </a:r>
            <a:r>
              <a:rPr lang="en-US" dirty="0" err="1" smtClean="0"/>
              <a:t>signin</a:t>
            </a:r>
            <a:endParaRPr lang="en-US" dirty="0" smtClean="0"/>
          </a:p>
          <a:p>
            <a:r>
              <a:rPr lang="en-US" dirty="0" smtClean="0"/>
              <a:t>2. create a repository(folder)(version)</a:t>
            </a:r>
          </a:p>
          <a:p>
            <a:r>
              <a:rPr lang="en-US" dirty="0" smtClean="0"/>
              <a:t>3. Introduction to basic  </a:t>
            </a:r>
            <a:r>
              <a:rPr lang="en-US" dirty="0" err="1" smtClean="0"/>
              <a:t>git</a:t>
            </a:r>
            <a:r>
              <a:rPr lang="en-US" dirty="0" smtClean="0"/>
              <a:t> command.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7930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Branches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1. why we use branch</a:t>
            </a:r>
            <a:r>
              <a:rPr lang="en-US" dirty="0"/>
              <a:t>?</a:t>
            </a:r>
            <a:endParaRPr lang="en-US" dirty="0" smtClean="0"/>
          </a:p>
          <a:p>
            <a:pPr marL="349250" lvl="1" indent="0">
              <a:buNone/>
            </a:pPr>
            <a:r>
              <a:rPr lang="en-US" dirty="0" smtClean="0"/>
              <a:t>Ex:- if you want to </a:t>
            </a:r>
            <a:r>
              <a:rPr lang="en-US" dirty="0" err="1" smtClean="0"/>
              <a:t>buid</a:t>
            </a:r>
            <a:r>
              <a:rPr lang="en-US" dirty="0" smtClean="0"/>
              <a:t> chatting application  Then  </a:t>
            </a:r>
            <a:r>
              <a:rPr lang="en-US" dirty="0" err="1" smtClean="0"/>
              <a:t>masterbrach</a:t>
            </a:r>
            <a:r>
              <a:rPr lang="en-US" dirty="0" smtClean="0"/>
              <a:t>( main version ) type example draw and explain.</a:t>
            </a:r>
          </a:p>
          <a:p>
            <a:pPr marL="349250" lvl="1" indent="0">
              <a:buNone/>
            </a:pPr>
            <a:endParaRPr lang="en-US" dirty="0"/>
          </a:p>
          <a:p>
            <a:pPr marL="349250" lvl="1" indent="0">
              <a:buNone/>
            </a:pPr>
            <a:r>
              <a:rPr lang="en-US" dirty="0" smtClean="0"/>
              <a:t>2. </a:t>
            </a:r>
            <a:r>
              <a:rPr lang="en-US" dirty="0" err="1" smtClean="0"/>
              <a:t>Git</a:t>
            </a:r>
            <a:r>
              <a:rPr lang="en-US" dirty="0" smtClean="0"/>
              <a:t> command part 2.</a:t>
            </a:r>
          </a:p>
          <a:p>
            <a:pPr marL="349250" lvl="1" indent="0">
              <a:buNone/>
            </a:pPr>
            <a:r>
              <a:rPr lang="en-US" dirty="0"/>
              <a:t>	</a:t>
            </a:r>
            <a:r>
              <a:rPr lang="en-US" dirty="0" smtClean="0"/>
              <a:t>			</a:t>
            </a:r>
          </a:p>
          <a:p>
            <a:pPr marL="349250" lvl="1" indent="0">
              <a:buNone/>
            </a:pPr>
            <a:r>
              <a:rPr lang="en-US" dirty="0" smtClean="0"/>
              <a:t>3. New update In </a:t>
            </a:r>
            <a:r>
              <a:rPr lang="en-US" smtClean="0"/>
              <a:t>github</a:t>
            </a:r>
            <a:r>
              <a:rPr lang="en-US" dirty="0" smtClean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620398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6133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Genesis">
  <a:themeElements>
    <a:clrScheme name="Genesis">
      <a:dk1>
        <a:sysClr val="windowText" lastClr="000000"/>
      </a:dk1>
      <a:lt1>
        <a:sysClr val="window" lastClr="FFFFFF"/>
      </a:lt1>
      <a:dk2>
        <a:srgbClr val="465466"/>
      </a:dk2>
      <a:lt2>
        <a:srgbClr val="BBD7F8"/>
      </a:lt2>
      <a:accent1>
        <a:srgbClr val="80B606"/>
      </a:accent1>
      <a:accent2>
        <a:srgbClr val="E29F1D"/>
      </a:accent2>
      <a:accent3>
        <a:srgbClr val="2397E2"/>
      </a:accent3>
      <a:accent4>
        <a:srgbClr val="35ACA2"/>
      </a:accent4>
      <a:accent5>
        <a:srgbClr val="5430BB"/>
      </a:accent5>
      <a:accent6>
        <a:srgbClr val="8D34E0"/>
      </a:accent6>
      <a:hlink>
        <a:srgbClr val="00B0F0"/>
      </a:hlink>
      <a:folHlink>
        <a:srgbClr val="0070C0"/>
      </a:folHlink>
    </a:clrScheme>
    <a:fontScheme name="Genesis">
      <a:majorFont>
        <a:latin typeface="Calisto MT"/>
        <a:ea typeface=""/>
        <a:cs typeface=""/>
        <a:font script="Jpan" typeface="ＭＳ 明朝"/>
      </a:majorFont>
      <a:minorFont>
        <a:latin typeface="Calisto MT"/>
        <a:ea typeface=""/>
        <a:cs typeface=""/>
        <a:font script="Jpan" typeface="ＭＳ 明朝"/>
      </a:minorFont>
    </a:fontScheme>
    <a:fmtScheme name="Genesis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00000"/>
                <a:greenMod val="110000"/>
              </a:schemeClr>
            </a:gs>
            <a:gs pos="75000">
              <a:schemeClr val="phClr">
                <a:tint val="40000"/>
                <a:satMod val="150000"/>
                <a:redMod val="100000"/>
                <a:blueMod val="100000"/>
              </a:schemeClr>
            </a:gs>
            <a:gs pos="100000">
              <a:schemeClr val="phClr">
                <a:tint val="60000"/>
                <a:satMod val="120000"/>
                <a:redMod val="100000"/>
                <a:blueMod val="100000"/>
              </a:schemeClr>
            </a:gs>
          </a:gsLst>
          <a:path path="circle">
            <a:fillToRect l="25000" t="25000" r="5000" b="5000"/>
          </a:path>
        </a:gradFill>
        <a:gradFill rotWithShape="1">
          <a:gsLst>
            <a:gs pos="0">
              <a:schemeClr val="phClr">
                <a:tint val="50000"/>
                <a:shade val="100000"/>
                <a:alpha val="100000"/>
                <a:satMod val="150000"/>
              </a:schemeClr>
            </a:gs>
            <a:gs pos="40000">
              <a:schemeClr val="phClr">
                <a:tint val="70000"/>
                <a:shade val="100000"/>
                <a:alpha val="100000"/>
                <a:satMod val="150000"/>
              </a:schemeClr>
            </a:gs>
            <a:gs pos="100000">
              <a:schemeClr val="phClr">
                <a:shade val="90000"/>
                <a:satMod val="11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88900" dist="50800" dir="11400000" sx="102000" sy="101000" algn="tl" rotWithShape="0">
              <a:srgbClr val="000000">
                <a:alpha val="35000"/>
              </a:srgbClr>
            </a:outerShdw>
          </a:effectLst>
          <a:scene3d>
            <a:camera prst="perspectiveFront" fov="4800000"/>
            <a:lightRig rig="morning" dir="tl"/>
          </a:scene3d>
          <a:sp3d prstMaterial="softmetal">
            <a:bevelT w="0" h="0"/>
          </a:sp3d>
        </a:effectStyle>
        <a:effectStyle>
          <a:effectLst>
            <a:innerShdw blurRad="50800" dist="25400" dir="13500000">
              <a:srgbClr val="000000">
                <a:alpha val="75000"/>
              </a:srgbClr>
            </a:innerShdw>
            <a:reflection blurRad="101600" stA="40000" endPos="50000" dist="63500" dir="5400000" fadeDir="7200000" sy="-100000" kx="300000" rotWithShape="0"/>
          </a:effectLst>
          <a:scene3d>
            <a:camera prst="orthographicFront">
              <a:rot lat="0" lon="0" rev="0"/>
            </a:camera>
            <a:lightRig rig="chilly" dir="tr">
              <a:rot lat="0" lon="0" rev="1200000"/>
            </a:lightRig>
          </a:scene3d>
          <a:sp3d prstMaterial="plastic">
            <a:bevelT w="0" h="0"/>
          </a:sp3d>
        </a:effectStyle>
      </a:effectStyleLst>
      <a:bgFillStyleLst>
        <a:blipFill rotWithShape="1">
          <a:blip xmlns:r="http://schemas.openxmlformats.org/officeDocument/2006/relationships" r:embed="rId1"/>
          <a:stretch/>
        </a:blipFill>
        <a:blipFill rotWithShape="1">
          <a:blip xmlns:r="http://schemas.openxmlformats.org/officeDocument/2006/relationships" r:embed="rId2"/>
          <a:stretch/>
        </a:blipFill>
        <a:blipFill rotWithShape="1">
          <a:blip xmlns:r="http://schemas.openxmlformats.org/officeDocument/2006/relationships" r:embed="rId3"/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Genesis.thmx</Template>
  <TotalTime>210</TotalTime>
  <Words>138</Words>
  <Application>Microsoft Macintosh PowerPoint</Application>
  <PresentationFormat>On-screen Show (4:3)</PresentationFormat>
  <Paragraphs>32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Genesis</vt:lpstr>
      <vt:lpstr>GitHub</vt:lpstr>
      <vt:lpstr>Why we use github?</vt:lpstr>
      <vt:lpstr>What is github?</vt:lpstr>
      <vt:lpstr>What is version controll.</vt:lpstr>
      <vt:lpstr>PowerPoint Presentation</vt:lpstr>
      <vt:lpstr>Practical</vt:lpstr>
      <vt:lpstr>Branches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</dc:title>
  <dc:creator>Mohit</dc:creator>
  <cp:lastModifiedBy>Mohit</cp:lastModifiedBy>
  <cp:revision>7</cp:revision>
  <dcterms:created xsi:type="dcterms:W3CDTF">2019-02-28T11:17:47Z</dcterms:created>
  <dcterms:modified xsi:type="dcterms:W3CDTF">2019-02-28T14:48:06Z</dcterms:modified>
</cp:coreProperties>
</file>